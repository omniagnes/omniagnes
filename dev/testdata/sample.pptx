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 standalone="yes"?>
<p:presentation xmlns:p="http://schemas.openxmlformats.org/presentationml/2006/main">
<p:sldIdLst><p:sldId id="1" r:id="rId1"/></p:sldIdLst>
</p:presentation>
</file>

<file path=ppt/notesSlides/notesSlide1.xml><?xml version="1.0" encoding="utf-8"?>
<p:sld xmlns:p="http://schemas.openxmlformats.org/presentationml/2006/main" xmlns:a="http://schemas.openxmlformats.org/drawingml/2006/main">
  <p:cSld>
    <p:spTree>
      <p:sp>
        <p:txBody>
          <a:bodyPr/>
          <a:p>
            <a:r>
              <a:t>开场提醒：先讲背景再讲计划。</a:t>
            </a:r>
          </a:p>
        </p:txBody>
      </p:sp>
    </p:spTree>
  </p:cSld>
</p:sld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bodyPr/>
          <a:p>
            <a:r>
              <a:t>2026 产品规划</a:t>
            </a:r>
          </a:p>
        </p:txBody>
      </p:sp>
      <p:sp>
        <p:txBody>
          <a:bodyPr/>
          <a:p>
            <a:r>
              <a:t>要点一：扩展 MCP 能力</a:t>
            </a:r>
          </a:p>
        </p:txBody>
      </p:sp>
      <p:sp>
        <p:txBody>
          <a:bodyPr/>
          <a:p>
            <a:r>
              <a:t>要点二：桌面端打磨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txBody>
          <a:bodyPr/>
          <a:p>
            <a:r>
              <a:t>下一页：路线图</a:t>
            </a:r>
          </a:p>
        </p:txBody>
      </p:sp>
    </p:spTree>
  </p:cSld>
</p:sld>
</file>